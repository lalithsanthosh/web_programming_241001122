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35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 am presenting my visual storytelling portfolio, a project that combines cinematography with custom web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Ready-made website builders like Wix are slow and look the same for everyone. I built my own site from scratch so it feels like my editing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has three parts. The browser shows the page, a small serverless function on Vercel handles the contact form, and MongoDB stores the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background is a canvas animation. Layered waves flow on their own and bend toward your mouse, so the page feels alive.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Scrolling glides to a stop instead of jumping. A small filmstrip on the side shows your progress, and its playhead tilts when you scroll fast. On phones it uses normal scrolling.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Visitors filter by type of work and click any item to watch the video in a pop-up without leaving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client sends a message, the server checks it, saves it to the database and shows a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part was keeping animations smooth on desktop while keeping normal scrolling on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I would be happy to take any questions about the design or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7582-CE54-20FB-AA7F-F4AE7CBA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6E52A-CD06-C21E-D15C-5480587FC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95041-43D1-35D7-9CCE-318DDFB19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I would be happy to take any questions about the design or implementation.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33402-275B-52E8-4770-FF9D54CAA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57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822960" cy="64008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custom-built website for freelancers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Lalith Santhosh C R  |  B.Tech IT, Rajalakshmi Engineering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this?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4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websites (Wix, WordPress) are slow, look generic.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1B1418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custom site with smooth motion, video previews and an automatic contact form.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website works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Browser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only. No frameworks.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944368" y="24688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85964"/>
                </a:solidFill>
              </a:rPr>
              <a:t>➔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Vercel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1488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function that receives the form.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687568" y="24688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85964"/>
                </a:solidFill>
              </a:rPr>
              <a:t>➔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126480" y="155448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MongoDB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1488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that saves client enquiries.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automatically with Vercel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wave background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ribbons drawn with sine and cosine maths.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reacts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19659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waves bend toward the cursor.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glow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9659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light follows the mouse.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scrolling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749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scroll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glides and slows down gently, like a camera move.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840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Filmstrip progress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965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playhead tilts based on scroll speed.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1B1418"/>
          </a:solidFill>
          <a:ln w="12700">
            <a:solidFill>
              <a:srgbClr val="1B141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C9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idea:  current += (target − current) × 0.085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video preview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785964"/>
          </a:solidFill>
          <a:ln w="19050">
            <a:solidFill>
              <a:srgbClr val="7859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26080" y="137160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7859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2608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Videography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0" y="137160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7859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1208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Reels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19456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work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7889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fests (Recharge, Titanium), A.R. Rahman shoot, brand reels.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pop-up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7889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player with description. Press Esc to close.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pipeline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51560" y="1554480"/>
            <a:ext cx="731520" cy="731520"/>
          </a:xfrm>
          <a:prstGeom prst="ellipse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63240" y="1554480"/>
            <a:ext cx="731520" cy="731520"/>
          </a:xfrm>
          <a:prstGeom prst="ellipse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63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74920" y="1554480"/>
            <a:ext cx="731520" cy="731520"/>
          </a:xfrm>
          <a:prstGeom prst="ellipse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866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Recieves</a:t>
            </a:r>
            <a:r>
              <a:rPr lang="en-US" sz="16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32918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429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85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fast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86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check, input cleaning, and a reused database connection.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4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60fps animation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371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85964"/>
                </a:solidFill>
              </a:rPr>
              <a:t>➔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B1418"/>
          </a:solidFill>
          <a:ln w="12700">
            <a:solidFill>
              <a:srgbClr val="1B141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+ GPU transforms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4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video files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85964"/>
                </a:solidFill>
              </a:rPr>
              <a:t>➔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663440" y="23774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B1418"/>
          </a:solidFill>
          <a:ln w="12700">
            <a:solidFill>
              <a:srgbClr val="1B141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video only when the pop-up opens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338328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9DD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4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on mobile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3383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85964"/>
                </a:solidFill>
              </a:rPr>
              <a:t>➔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663440" y="338328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B1418"/>
          </a:solidFill>
          <a:ln w="12700">
            <a:solidFill>
              <a:srgbClr val="1B141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Auto-switch to native scrolling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0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images (WebP/AVIF) and video streaming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0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content updates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0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email alerts for enquiries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532FF-9E12-D1FC-CA89-6F91A809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9F39BA-CF8B-921B-40E8-FAF1B67258C4}"/>
              </a:ext>
            </a:extLst>
          </p:cNvPr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9FC081-31DD-E7C2-24AE-F0C7546D199F}"/>
              </a:ext>
            </a:extLst>
          </p:cNvPr>
          <p:cNvSpPr/>
          <p:nvPr/>
        </p:nvSpPr>
        <p:spPr>
          <a:xfrm>
            <a:off x="3813385" y="3415284"/>
            <a:ext cx="1461348" cy="64008"/>
          </a:xfrm>
          <a:prstGeom prst="rect">
            <a:avLst/>
          </a:prstGeom>
          <a:solidFill>
            <a:srgbClr val="785964"/>
          </a:solidFill>
          <a:ln w="12700">
            <a:solidFill>
              <a:srgbClr val="785964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201C9C-710B-0F23-C4FA-349B3C1E4818}"/>
              </a:ext>
            </a:extLst>
          </p:cNvPr>
          <p:cNvSpPr txBox="1"/>
          <p:nvPr/>
        </p:nvSpPr>
        <p:spPr>
          <a:xfrm>
            <a:off x="3038686" y="2103459"/>
            <a:ext cx="306662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37710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543</Words>
  <Application>Microsoft Office PowerPoint</Application>
  <PresentationFormat>On-screen Show (16:9)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Cinematic Visual Storytelling Portfolio</dc:title>
  <dc:subject>PptxGenJS Presentation</dc:subject>
  <dc:creator>Lalith Santhosh C R</dc:creator>
  <cp:lastModifiedBy>LALITH SANTHOSH</cp:lastModifiedBy>
  <cp:revision>3</cp:revision>
  <dcterms:created xsi:type="dcterms:W3CDTF">2026-10-13T15:18:25Z</dcterms:created>
  <dcterms:modified xsi:type="dcterms:W3CDTF">2026-10-14T05:02:45Z</dcterms:modified>
</cp:coreProperties>
</file>